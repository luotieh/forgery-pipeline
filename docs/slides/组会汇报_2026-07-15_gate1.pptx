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gate1（t0 可恢复性）预注册验证</a:t>
            </a:r>
          </a:p>
          <a:p>
            <a:r>
              <a:rPr sz="2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—— 2026-07-15 实验日汇报</a:t>
            </a:r>
          </a:p>
          <a:p>
            <a:pPr>
              <a:spcBef>
                <a:spcPts val="2800"/>
              </a:spcBef>
            </a:pPr>
            <a:r>
              <a:rPr sz="18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一句话：预注册 + 锁定协议 + 一次性评估下，冻结 SD1.5 多σ score 残差对 SDEdit 强度
实现强序数恢复（ρ = 0.700，n = 1000）——t0 主张从 WEAK 落到可发表档位。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背景：为什么这一天是判决日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931920"/>
                <a:gridCol w="44805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时间点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gate1 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7/02  mock 代理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“PASS”（BA 0.76 / ρ 0.88）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mock 假象：strength 被线性写进像素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7/02  真实 SD1.5, n=50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WEAK（BA 0.475 / ρ 0.476）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幅值特征触顶：多σ增量仅 +0.025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7/15  本次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预注册 confirmatory, n=1000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方向特征 + 换度量 + 预注册，三管齐下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06424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根因（7/09 定位）：提取器把 r_ε 与 r_x 相加坍缩——逐 t 方向/相位信息在出口就丢了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幅值触顶 ≠ 信号不存在，是特征只看了模长 → 扩样本救不了，换特征才行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方法 1｜方向/相位特征（Phase A①）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17 维幅值统计之后追加 19 维方向特征：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分离 r_ε / r_x 双通道逐 t 均值（2K）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相邻 t 的 ε 误差图方向余弦（K−1）——去噪轨迹形状而非幅值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ε/x 比值（K）——轨迹相位签名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消融开关隔离「方向本身」的贡献，排除“特征更多”假象</a:t>
            </a:r>
          </a:p>
        </p:txBody>
      </p:sp>
      <p:pic>
        <p:nvPicPr>
          <p:cNvPr id="4" name="Picture 3" descr="fig_residual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51560"/>
            <a:ext cx="4537401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72000"/>
            <a:ext cx="5577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右图：冻结 SD1.5 在 t∈{50,300,700} 的 ε 残差图（同一底图，s=0.1/0.5/0.9）——方向特征读的是逐 t 图之间的关系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数据长相：SDEdit 强度网格（t0 可恢复性的物理来源）</a:t>
            </a:r>
          </a:p>
        </p:txBody>
      </p:sp>
      <p:pic>
        <p:nvPicPr>
          <p:cNvPr id="3" name="Picture 2" descr="fig_strength_gr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11155680" cy="20383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206240"/>
            <a:ext cx="11064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同一照片，s = 0.1 → 0.9：低强度几乎不动，s=0.9 全图重生成（屏幕内容已换）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真实性–忠实性权衡 ⇒ 起始噪声级 t0 在残差里留下签名 —— gate1 检验它是否可恢复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方法 2｜预注册协议（判据先于数据，评估前锁定 commit）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判据写死：主判据 ρ≥0.50 且 cluster-CI 下界&gt;0.30；辅判据 2桶(0.4) BA≥0.66 且下界&gt;0.55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BA≥0.72 加档「信息量不低于原三桶 0.55 门槛」；MAE≤0.15 决定「逆估计」措辞权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C4（多尺度主张）挂 Δρ(多σ幅值−单σ) 配对 bootstrap CI 下界 &gt; 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协议：Ridge OOF（5×20 repeated group K-fold，按底图分组）+ 折内嵌套 isotonic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按底图 cluster bootstrap（B=2000）——纠正逐行 CI 偏窄；三配置共享折与 bootstrap 索引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一次性评估：报告已存在即拒跑；verdict 按落点表机械抄写，不允许解释性调整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n=50 先行观测（含 2桶 0.742）一律标探索性、不计入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规模：n_base=200 × 5 档 = 1000 样本；4090 生成 ~40min；全天 GPU ≈ ¥15–20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主结果（confirmatory，n=1000，cluster-bootstrap 95% CI）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2834640"/>
                <a:gridCol w="21945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ρ [95% CI]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2桶BA (cut 0.4)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幅值+方向（主）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0.700 [0.669, 0.728]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0.770 [0.745, 0.796]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0.161 [0.153, 0.169]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仅幅值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0.576 [0.533, 0.616]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单σ (t=50)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0.501 [0.457, 0.543]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38328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463040"/>
                <a:gridCol w="2377440"/>
                <a:gridCol w="35661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配对增量 Δρ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点值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95%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多σ幅值 − 单σ（C4 判定对）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+0.075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[0.044, 0.106]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「多尺度」一词保住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方向特征（主 − 幅值）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+0.124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[0.095, 0.156]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方法贡献被确证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完整表示 − 单σ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+0.199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[0.161, 0.239]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此前 BA 口径 +0.025 的“多σ触顶”疑云，在正确度量 + 正确统计下解除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序数恢复与饱和刻画</a:t>
            </a:r>
          </a:p>
        </p:txBody>
      </p:sp>
      <p:pic>
        <p:nvPicPr>
          <p:cNvPr id="3" name="Picture 2" descr="fig_oof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6192078" cy="4069080"/>
          </a:xfrm>
          <a:prstGeom prst="rect">
            <a:avLst/>
          </a:prstGeom>
        </p:spPr>
      </p:pic>
      <p:pic>
        <p:nvPicPr>
          <p:cNvPr id="4" name="Picture 3" descr="fig_adjacent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508760"/>
            <a:ext cx="531495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2940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相邻档位 AUC 0.798→0.578 单调衰减：信号单调、高强度端饱和；全程≥0.55 ⇒ 整个网格可分（s* 右删失）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预注册 verdict（机械导出）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108960"/>
                <a:gridCol w="3200400"/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判据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裁决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主判据（ρ≥0.50 且 CI下界&gt;0.30）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ρ=0.700，下界 0.669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✅ 大幅通过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辅判据 + 加档（BA≥0.66 / ≥0.72）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BA=0.770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✅ 通过并加档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MAE 措辞门（≤0.15）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0.161（差 0.011）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❌ 不以「逆估计」修饰 t0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06424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落档：t0 = 强序数恢复 + 粗桶强度分级（固定 CFG/steps 条件下）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这是“降级分支”的强版本——比兜底预期强得多；但预注册的门没过就是没过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预注册当天两次兑现价值：①险违锁定被拦停（特征提取阶段，零标签接触，事件如实入档）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②MAE 差 0.011 如实降级措辞——没有预注册，这两处都会变成“解释空间”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补充实验：CFG/steps 抖动（n=1500，预注册义务）</a:t>
            </a:r>
          </a:p>
        </p:txBody>
      </p:sp>
      <p:pic>
        <p:nvPicPr>
          <p:cNvPr id="3" name="Picture 2" descr="fig_cfgsteps_jit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17548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063240"/>
            <a:ext cx="1106424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同 50 底图、s 网格不变，CFG{5,7.5,10}×steps{30,50}：ρ=0.608 [0.559, 0.658]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相对主结果跌幅 0.092 &lt; 0.10 → 按预注册规则：限定留脚注（但见下页订正）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意外收获：多σ增量在抖动下扩大到 +0.143（单σ被打崩 0.50→0.36，多σ稳）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⇒「多σ表示对 nuisance 更鲁棒」——可发表的新证据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⚠ 7/16 两处订正（如实汇报）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① CFG 惰性发现：全部 probe 用空 prompt ⇒ CFG 项在 classifier-free guidance 中精确消去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实验⑤的 6 单元实际坍缩为 steps 30/50 两单元；跨 CFG 差异只是独立 seed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补充结论内部自洽（主实验同为空 prompt 域），但敏感度实由 steps 承载；真 prompt 下 CFG 敏感度未测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② 单元分解推翻“留脚注”（零 GPU，预定规则机械执行）：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steps 边际：st30 ρ=0.707（≈主结果，主场步数完全复现） vs st50 ρ=0.514（Δ≈−0.19）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pooled 跌幅 0.092 是双峰混合的平均，掩盖了单维效应</a:t>
            </a:r>
          </a:p>
          <a:p>
            <a:pPr lvl="1"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(7.5,30) 重拟合 ρ=0.721 ⇒ nuis_effect = +0.113 &gt; 0.10 ⇒ 限定升级为正文 limitation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两个判定并存、如实记录；正文采更细的分解——预定规则说了算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对论文叙事的影响（G-A 决策门）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21208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允许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禁止 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t0 强序数恢复（ρ=0.70，cluster-CI）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t0「逆估计」（MAE 门未过）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粗桶分级 BA 0.77；信息量≥原三桶 0.55 门槛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任何 provable 表述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多σ对 t0 有增量，且对 nuisance 更鲁棒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隐去 steps 敏感 limitation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方向/相位特征显著增量（两轮 CI&gt;0）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把 n=50 探索数字当 confirmatory 引用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>高强度端饱和但整网格可分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0000"/>
                          </a:solidFill>
                          <a:latin typeface="宋体"/>
                          <a:ea typeface="宋体"/>
                          <a:cs typeface="宋体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526280"/>
            <a:ext cx="11064240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期权结构现状：t0 以「强序数恢复」进入正文主张——不再只靠兜底线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G-A 只剩算子支：gate2 设计已冻结、预注册 v3 草案就绪，随主数据集生成出数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gate2（算子可分性）：6 算子 × 3 生成器 × 面积桶；同底跨算子成对控内容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null baseline = 掩码几何探针（几何平凡的算子已被排除出 Test-C holdout）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B3 主数据集（40–80k 图，全 PNG 母本）：阻断项已基本清空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存储链/VAE 负样本/compositing/防泄漏校验 V1–V12/采样政策全部落地并测试（266 tests）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– 剩：GPU 冒烟 + 数据盘扩容（建议 150GB）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投稿前：带 prompt 的 CFG 敏感度补测（prompt bank 已就绪）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宋体"/>
                <a:ea typeface="宋体"/>
                <a:cs typeface="宋体"/>
              </a:rPr>
              <a:t>• 可复现性：预注册锁定文档 / confirmatory 报告 / 特征 npz 双备份 / 图确定性复现（ρ 对齐 1e-4）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