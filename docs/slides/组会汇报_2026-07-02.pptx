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98Dq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Km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4tB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Yo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3B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w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ui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QB0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re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tvy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