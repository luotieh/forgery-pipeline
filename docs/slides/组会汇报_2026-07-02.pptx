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Q98Dq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Km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4tB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Yo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3B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yw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Zui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QB0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eO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tv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